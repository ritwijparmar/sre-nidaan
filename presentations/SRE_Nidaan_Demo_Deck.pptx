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43A"/>
                </a:solidFill>
                <a:latin typeface="Calibri"/>
              </a:rPr>
              <a:t>SRE निदान (SRE-Nidaan)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D607A"/>
                </a:solidFill>
                <a:latin typeface="Calibri"/>
              </a:rPr>
              <a:t>Causal incident response copilot for reliability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66CF"/>
                </a:solidFill>
                <a:latin typeface="Calibri"/>
              </a:rPr>
              <a:t>One-line intent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789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243A"/>
                </a:solidFill>
                <a:latin typeface="Calibri"/>
              </a:rPr>
              <a:t>When incidents get noisy, help teams answer: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What broke first?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What should we do now?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What should we definitely not touch?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43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D607A"/>
                </a:solidFill>
                <a:latin typeface="Calibri"/>
              </a:rPr>
              <a:t>Why standard LLM behavior is risky in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66CF"/>
                </a:solidFill>
                <a:latin typeface="Calibri"/>
              </a:rPr>
              <a:t>Observed gaps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89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243A"/>
                </a:solidFill>
                <a:latin typeface="Calibri"/>
              </a:rPr>
              <a:t>• Fluent responses can still be operationally wrong.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Generic advice ignores blast radius and change context.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Unstructured output slows triage and handoff.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No safety gate means risky actions can be suggested too casually.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43A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D607A"/>
                </a:solidFill>
                <a:latin typeface="Calibri"/>
              </a:rPr>
              <a:t>Practical copilot, not autopilot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66CF"/>
                </a:solidFill>
                <a:latin typeface="Calibri"/>
              </a:rPr>
              <a:t>Design principles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89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243A"/>
                </a:solidFill>
                <a:latin typeface="Calibri"/>
              </a:rPr>
              <a:t>• Grounded reasoning from telemetry + incident context.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Structured outputs for predictable operator consumption.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Human approval gate for intervention authorization.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Operator feedback loop for continuous model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43A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D607A"/>
                </a:solidFill>
                <a:latin typeface="Calibri"/>
              </a:rPr>
              <a:t>Face → Body → Brain, with a safety-first control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7F78"/>
                </a:solidFill>
                <a:latin typeface="Calibri"/>
              </a:rPr>
              <a:t>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4243A"/>
                </a:solidFill>
                <a:latin typeface="Calibri"/>
              </a:rPr>
              <a:t>Next.js command surface</a:t>
            </a:r>
          </a:p>
          <a:p>
            <a:r>
              <a:rPr sz="1400" b="0">
                <a:solidFill>
                  <a:srgbClr val="14243A"/>
                </a:solidFill>
                <a:latin typeface="Calibri"/>
              </a:rPr>
              <a:t>Operator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92024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031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7F78"/>
                </a:solidFill>
                <a:latin typeface="Calibri"/>
              </a:rPr>
              <a:t>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0604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4243A"/>
                </a:solidFill>
                <a:latin typeface="Calibri"/>
              </a:rPr>
              <a:t>FastAPI orchestration</a:t>
            </a:r>
          </a:p>
          <a:p>
            <a:r>
              <a:rPr sz="1400" b="0">
                <a:solidFill>
                  <a:srgbClr val="14243A"/>
                </a:solidFill>
                <a:latin typeface="Calibri"/>
              </a:rPr>
              <a:t>MCP-inspired tool routing</a:t>
            </a:r>
          </a:p>
          <a:p>
            <a:r>
              <a:rPr sz="1400" b="0">
                <a:solidFill>
                  <a:srgbClr val="14243A"/>
                </a:solidFill>
                <a:latin typeface="Calibri"/>
              </a:rPr>
              <a:t>Policy + safety gating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92024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1031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7F78"/>
                </a:solidFill>
                <a:latin typeface="Calibri"/>
              </a:rPr>
              <a:t>Brain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60604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4243A"/>
                </a:solidFill>
                <a:latin typeface="Calibri"/>
              </a:rPr>
              <a:t>vLLM inference service</a:t>
            </a:r>
          </a:p>
          <a:p>
            <a:r>
              <a:rPr sz="1400" b="0">
                <a:solidFill>
                  <a:srgbClr val="14243A"/>
                </a:solidFill>
                <a:latin typeface="Calibri"/>
              </a:rPr>
              <a:t>LLM reasoning backend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31920" y="2514600"/>
            <a:ext cx="411480" cy="411480"/>
          </a:xfrm>
          <a:prstGeom prst="rightArrow">
            <a:avLst/>
          </a:prstGeom>
          <a:solidFill>
            <a:srgbClr val="216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635240" y="2514600"/>
            <a:ext cx="411480" cy="411480"/>
          </a:xfrm>
          <a:prstGeom prst="rightArrow">
            <a:avLst/>
          </a:prstGeom>
          <a:solidFill>
            <a:srgbClr val="216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10424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D607A"/>
                </a:solidFill>
                <a:latin typeface="Calibri"/>
              </a:rPr>
              <a:t>Why this helps: split responsibilities keep incident workflows clear, auditable, and safer under pressure.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43A"/>
                </a:solidFill>
                <a:latin typeface="Calibri"/>
              </a:rPr>
              <a:t>Model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D607A"/>
                </a:solidFill>
                <a:latin typeface="Calibri"/>
              </a:rPr>
              <a:t>LLM alignment stack used in SRE Nidaan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66CF"/>
                </a:solidFill>
                <a:latin typeface="Calibri"/>
              </a:rPr>
              <a:t>Training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89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243A"/>
                </a:solidFill>
                <a:latin typeface="Calibri"/>
              </a:rPr>
              <a:t>• QLoRA Supervised Fine-Tuning (domain incident data).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7D reward modeling (safety + causality dimensions).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RLHF refinement with guardrails and periodic eval gating.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Runtime serving through vLLM for low-latency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43A"/>
                </a:solidFill>
                <a:latin typeface="Calibri"/>
              </a:rPr>
              <a:t>Live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D607A"/>
                </a:solidFill>
                <a:latin typeface="Calibri"/>
              </a:rPr>
              <a:t>How an incident run looks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66CF"/>
                </a:solidFill>
                <a:latin typeface="Calibri"/>
              </a:rPr>
              <a:t>Operator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89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243A"/>
                </a:solidFill>
                <a:latin typeface="Calibri"/>
              </a:rPr>
              <a:t>1. Describe incident signal/impact/change context.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2. Run analysis and inspect causal graph + evidence.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3. Review recommended intervention and safety check.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4. Authorize manually, then submit analyst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43A"/>
                </a:solidFill>
                <a:latin typeface="Calibri"/>
              </a:rPr>
              <a:t>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D607A"/>
                </a:solidFill>
                <a:latin typeface="Calibri"/>
              </a:rPr>
              <a:t>Suggested 90-second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66CF"/>
                </a:solidFill>
                <a:latin typeface="Calibri"/>
              </a:rPr>
              <a:t>Timeline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89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243A"/>
                </a:solidFill>
                <a:latin typeface="Calibri"/>
              </a:rPr>
              <a:t>• 0:00-0:20: Incident framing and objective.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0:20-0:45: Fill incident brief, run analysis.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0:45-1:10: Inspect graph + intervention + safety gate.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1:10-1:30: Feedback loop + close with links.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43A"/>
                </a:solidFill>
                <a:latin typeface="Calibri"/>
              </a:rPr>
              <a:t>Why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D607A"/>
                </a:solidFill>
                <a:latin typeface="Calibri"/>
              </a:rPr>
              <a:t>What this improves during high-pressure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66CF"/>
                </a:solidFill>
                <a:latin typeface="Calibri"/>
              </a:rPr>
              <a:t>Operational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89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243A"/>
                </a:solidFill>
                <a:latin typeface="Calibri"/>
              </a:rPr>
              <a:t>• Faster first-pass causal clarity.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Better consistency across responders.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Safer interventions through explicit approval gates.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Cleaner post-incident learning via structured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43A"/>
                </a:solidFill>
                <a:latin typeface="Calibri"/>
              </a:rP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D607A"/>
                </a:solidFill>
                <a:latin typeface="Calibri"/>
              </a:rPr>
              <a:t>Honest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66CF"/>
                </a:solidFill>
                <a:latin typeface="Calibri"/>
              </a:rPr>
              <a:t>Reality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39"/>
            <a:ext cx="10789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243A"/>
                </a:solidFill>
                <a:latin typeface="Calibri"/>
              </a:rPr>
              <a:t>• Early, imperfect but seems useful in practice.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Focus remains production hardening, not hype.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• Goal: reliable copilot behavior under real incident pressure.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4243A"/>
                </a:solidFill>
                <a:latin typeface="Calibri"/>
              </a:rPr>
              <a:t>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D607A"/>
                </a:solidFill>
                <a:latin typeface="Calibri"/>
              </a:rPr>
              <a:t>Try it and review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166CF"/>
                </a:solidFill>
                <a:latin typeface="Calibri"/>
              </a:rPr>
              <a:t>Public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7899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243A"/>
                </a:solidFill>
                <a:latin typeface="Calibri"/>
              </a:rPr>
              <a:t>Product: https://sre-nidaan-122722888597.us-east4.run.app</a:t>
            </a:r>
          </a:p>
          <a:p>
            <a:pPr/>
            <a:r>
              <a:rPr sz="1800" b="0">
                <a:solidFill>
                  <a:srgbClr val="14243A"/>
                </a:solidFill>
                <a:latin typeface="Calibri"/>
              </a:rPr>
              <a:t>GitHub: https://github.com/RitwijParmar/SRE-Nidaan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